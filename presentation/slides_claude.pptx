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framing: we taught a neural network to make the expensive decision a classic MAPF solver makes — which agent visits which goals — and studied when that trade is worth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decision in multi-agent coordination is the ALLOCATION: which agent takes which goals. A bad allocation wastes travel and creates collisions; real systems need it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Multi-agent TSP, not 1-to-1: an agent may take several goals if cheaper (bundle cost 7 beats split 14). This is why the model outputs a per-goal distribution over agents, not a permutation.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truth = RobustMCPF (BasicMAPF). LKH finds the optimal allocation/tours; CBS makes collision-free paths. Quality is great; the allocation step is the badly-scaling part. Code: solver_wrapper.py → RobustMCPF/.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 the expensive combinatorial allocator for a learned one, keep everything else. Hypothesis: close to solver quality, large speedup as N,M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pipelines share goal-ordering + CBS; only the allocator differs, so any cost/speed difference is attributable to the allocation. Code: evaluation/full_pipeline_eval.py.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BFS distances respect walls and transfer across maps. G is the KEY feature — which goals are near each other (which to bundle); adding G lifted accuracy +14–18 points, more than any architecture/size/data change. Code: dataset_generation/distance.py.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agent-goal pair is embedded; stacked row/column attention captures the combinatorial structure. Output is a per-goal distribution over agents. Trained with cross-entropy to imitate the solver + small MinSum term (λ=0.1). Code: model/network.py, model/losses.py.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slide. Every scalar D[i,j] → a d-dim token (N×M grid). G injected per goal by embedding each G[j,k] and SUMMING over k (sum-pool → any M). No positional embeddings (agents/goals unordered; attention handles variable length). Output: Linear(d→1) → N×M logits → column softmax → argmax per goal = the binary allocation matrix. Code: GoalAllocTransformerUniversal.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Advance with the arrow keys. Pre = data prep (instance → D,G). Net = shared-weight transformer: embed each scalar → ℝ^d token (N×M grid), row+column attention ×L, per-token logit ℝ^d→1, column softmax. Post = argmax decode. G is sum-pooled per goal and ADDED into the D tokens (context, not extra tokens) → output stays N×M. d and L are fixed; the token count N×M grows with the instance — no fixed-size vector.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Generate instances, run the solver, store D,G,Y (reject unreachable/over-budget). Train one universal model on many (N,M) shapes. Evaluate offline (accuracy) and — what matters — true execution cost (NN→ordering→CBS vs solver). Code: build_dataset.py, train.py, full_pipeline_eval.py, tests/.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except width/depth. In-distribution the small model is better and faster (big overfits, Exp 12); at extreme extrapolation the big one generalizes better (Exp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axes: the net (h128 vs h256) and the training data. A = original small-scale model (random small grids). B = trained on the 4 real benchmark maps; C copies B's recipe but trains on random 32×32 grids (0–50% walls) — a controlled data swap. Train sizes: A ≈840k, B &amp; C ≈720k.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Across 28 small configs the NN is ~1–6% above optimal; large diverse model mean 1.020. Most disagreements are cost-equivalent ties (exact-cost match ≫ exact-allocation match). CBS dominates full-pipeline time, so single-instance speedup is modest; batched it's ~1000×.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4 standard RobustMCPF benchmark maps. Only maze and room carry corridor/room structure — that distinction drives the next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(a) small model zero-shot on real maps at small N/M = 1.019, but at large N/M fails (1.246 vs map-trained 1.048); scissors at M=30 — more agents hurt the old model (1.28→1.44), help the in-range one (1.10→1.05): generalizes across SHAPE, not SCALE. (b) random-grid training ties fixed-map everywhere except the maze (1.029 vs 1.127): random walls never make corridors. (c) at N≤50/M≤100 the big model extrapolates best (1.208 vs 1.244), speedup 5.9–9.4×.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Zero-shot XL toward the paper's N≤50/M≤100. Verdict flips vs in-distribution (Exp 12): the capacity that overfit in range is the better generalizer at scale — h256 1.208 vs h128 1.244, worst-case gap roughly halved (224→124). M=75 hardest for both; maze easiest (≈1.15–1.18). Speedup 5.9–9.4× as LKH's TSP grows. Numbers: RESULTS.md Exp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NN replaces only allocation, so it wins where allocation/TSP cost dominates and many instances are solved: big problems (5.9–9.4× at ~20% overhead), batched inference, unstructured maps. The exact solver still wins on tiny/exactness-critical/unseen-structured instances.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run of model A on the room map. Both reach cost 62, but the NN sends the two right-side goals to a different agent than the solver — CBS executes it collision-free at the same cost. A vivid example of the cost-equivalent ties behind the high exact-match rates. (GIF animates in PowerPoint slideshow; static side-by-side is assets/demo_nn_vs_solver.png.)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 the 4 messages.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the backup slides ready for likely questions. Credit RobustMCPF (LKH+CBS) to Yehonatan Kidushim.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drives imitation; MinSum prevents degenerate uniform predictions early. Code: model/losses.py.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 loss bottoms ~epoch 22 then rises; best-val-loss checkpointing = effective early stopping. Explains why the big model overfits in-distribution but generalizes better far-OOD.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Code: evaluation/evaluate.py (offline), full_pipeline_eval.py (execution cost).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gif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72865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1F497D"/>
                </a:solidFill>
                <a:latin typeface="Calibri"/>
              </a:rPr>
              <a:t>Neural MCPF Allocation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2400" i="0">
                <a:solidFill>
                  <a:srgbClr val="444444"/>
                </a:solidFill>
                <a:latin typeface="Calibri"/>
              </a:rPr>
              <a:t>Learning the Allocation Step of Multi-Agent Path Finding</a:t>
            </a:r>
          </a:p>
          <a:p>
            <a:pPr algn="ctr">
              <a:spcAft>
                <a:spcPts val="1000"/>
              </a:spcAft>
            </a:pPr>
            <a:r>
              <a:rPr sz="1800" i="1">
                <a:solidFill>
                  <a:srgbClr val="0070C0"/>
                </a:solidFill>
                <a:latin typeface="Calibri"/>
              </a:rPr>
              <a:t>A transformer that replaces a combinatorial solver's allocation — near-optimal, any size, much faster at scale.</a:t>
            </a:r>
          </a:p>
          <a:p>
            <a:pPr algn="ctr">
              <a:spcAft>
                <a:spcPts val="1000"/>
              </a:spcAft>
            </a:pPr>
            <a:r>
              <a:rPr sz="1600" i="0">
                <a:solidFill>
                  <a:srgbClr val="444444"/>
                </a:solidFill>
                <a:latin typeface="Calibri"/>
              </a:rPr>
              <a:t>Ofek Yabo · Dayan Badalbaev — Multi-Agent Systems,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Who goes where?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Many agents, many goals — minimize total work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warehouse robots · delivery fleets · search &amp; rescue</a:t>
            </a:r>
          </a:p>
        </p:txBody>
      </p:sp>
      <p:pic>
        <p:nvPicPr>
          <p:cNvPr id="4" name="Picture 3" descr="moti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849" y="2414016"/>
            <a:ext cx="5947996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The problem (formally)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mTSP inside MAPF: each goal visited once; agents take 0/1/many goals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minimize total tour cost, then plan collision-free paths</a:t>
            </a:r>
          </a:p>
        </p:txBody>
      </p:sp>
      <p:pic>
        <p:nvPicPr>
          <p:cNvPr id="4" name="Picture 3" descr="bundle_vs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1554" y="2414016"/>
            <a:ext cx="8068586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The exact algorithm we build 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RobustMCPF — the optimal solver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LKH-TSP allocation (k-best)  →  CBS collision-free planning  →  optimal paths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exact / near-optimal, but the TSP allocation is combinatorial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The bottleneck — and our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LKH allocation grows with problem size; CBS is needed by both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Idea: replace only the allocation with a neural net (near-instant after training)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Expected: imitate the solver → big speedup, especially at scale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Accept suboptimal solutions — the NN won't always find the optimum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Where the NN drops in</a:t>
            </a:r>
          </a:p>
        </p:txBody>
      </p:sp>
      <p:pic>
        <p:nvPicPr>
          <p:cNvPr id="3" name="Picture 2" descr="pipeline_solver_vs_n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653875"/>
            <a:ext cx="11094415" cy="42360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  <a:latin typeface="Calibri"/>
              </a:rPr>
              <a:t>only the allocation box changes — CBS is shared (apples-to-apples)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How we represent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D (N×M): agent → goal   ·   G (M×M): goal → goal (normalized BFS)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distances, not coordinates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same distances as LKH-TSP — but two matrices (D, G), not one big cost table</a:t>
            </a:r>
          </a:p>
        </p:txBody>
      </p:sp>
      <p:pic>
        <p:nvPicPr>
          <p:cNvPr id="4" name="Picture 3" descr="D_G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464" y="2798064"/>
            <a:ext cx="8414766" cy="37398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The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row attention — each agent attends over its goals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column attention — each goal attends over its agents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per block: row × column attention + FFN, repeated ×L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output: column softmax  ·  loss = CE + λ·MinSum</a:t>
            </a:r>
          </a:p>
        </p:txBody>
      </p:sp>
      <p:pic>
        <p:nvPicPr>
          <p:cNvPr id="4" name="Picture 3" descr="attention_sket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9307" y="3182112"/>
            <a:ext cx="5593080" cy="33558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</a:t>
            </a:r>
          </a:p>
        </p:txBody>
      </p:sp>
      <p:pic>
        <p:nvPicPr>
          <p:cNvPr id="3" name="Picture 2" descr="anyNM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737923"/>
            <a:ext cx="11094415" cy="406795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  <a:latin typeface="Calibri"/>
              </a:rPr>
              <a:t>no positional embeddings → the same weights run a 2×2 or a 50×100 problem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One model for ANY N, M — step by step</a:t>
            </a:r>
          </a:p>
        </p:txBody>
      </p:sp>
      <p:pic>
        <p:nvPicPr>
          <p:cNvPr id="3" name="Picture 2" descr="anynm_ste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877398"/>
            <a:ext cx="11094415" cy="410904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data: solver labels D,G,Y   ·   train: imitate, mixed-size   ·   eval: offline + true CBS cost</a:t>
            </a:r>
          </a:p>
        </p:txBody>
      </p:sp>
      <p:pic>
        <p:nvPicPr>
          <p:cNvPr id="4" name="Picture 3" descr="method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468514"/>
            <a:ext cx="11094415" cy="36308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Small vs. big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h128/L6 = 1.2M params   ·   h256/L8 = 6.3M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preview: small wins in-distribution, big wins far out-of-distribution</a:t>
            </a:r>
          </a:p>
        </p:txBody>
      </p:sp>
      <p:pic>
        <p:nvPicPr>
          <p:cNvPr id="4" name="Picture 3" descr="param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889" y="2414016"/>
            <a:ext cx="6185916" cy="412394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Our models: architecture × training data (A / B / C)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A = original (small scale)  ·  B = trained on the real maps  ·  C = random-diverse grids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suffix 1 = small net (h128, 1.2M)  ·  2 = big net (h256, 6.3M)</a:t>
            </a:r>
          </a:p>
        </p:txBody>
      </p:sp>
      <p:pic>
        <p:nvPicPr>
          <p:cNvPr id="4" name="Picture 3" descr="model_inven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847564"/>
            <a:ext cx="11094415" cy="325684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Results: near the solver, cheaper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cost ratio ~1.02–1.05 (≈1–6% above optimal)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exact-cost match ~60–99% — both track M, nearly flat in N</a:t>
            </a:r>
          </a:p>
        </p:txBody>
      </p:sp>
      <p:pic>
        <p:nvPicPr>
          <p:cNvPr id="4" name="Picture 3" descr="heatmap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3035442"/>
            <a:ext cx="5410047" cy="2881090"/>
          </a:xfrm>
          <a:prstGeom prst="rect">
            <a:avLst/>
          </a:prstGeom>
        </p:spPr>
      </p:pic>
      <p:pic>
        <p:nvPicPr>
          <p:cNvPr id="5" name="Picture 4" descr="heatmap_mat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3025429"/>
            <a:ext cx="5410047" cy="290111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From random grids to real benchmark maps</a:t>
            </a:r>
          </a:p>
        </p:txBody>
      </p:sp>
      <p:pic>
        <p:nvPicPr>
          <p:cNvPr id="3" name="Picture 2" descr="maps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3711" y="1325880"/>
            <a:ext cx="4604272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  <a:latin typeface="Calibri"/>
              </a:rPr>
              <a:t>open → scattered → maze → rooms; only maze/room are truly structured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Results: generalization studies</a:t>
            </a:r>
          </a:p>
        </p:txBody>
      </p:sp>
      <p:pic>
        <p:nvPicPr>
          <p:cNvPr id="3" name="Picture 2" descr="scissors_1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99760"/>
            <a:ext cx="5410047" cy="3864319"/>
          </a:xfrm>
          <a:prstGeom prst="rect">
            <a:avLst/>
          </a:prstGeom>
        </p:spPr>
      </p:pic>
      <p:pic>
        <p:nvPicPr>
          <p:cNvPr id="4" name="Picture 3" descr="random_vs_fixed_by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007" y="2241280"/>
            <a:ext cx="5410047" cy="338127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Pushing further: zero-shot XL extrapolation (Exp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B models run zero-shot at N∈{20,35,50} × M∈{50,75,100} (no retraining)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the bigger model (h256) wins out-of-distribution (1.208 vs 1.244), and inference is 5.9–9.4× faster than the solver</a:t>
            </a:r>
          </a:p>
        </p:txBody>
      </p:sp>
      <p:pic>
        <p:nvPicPr>
          <p:cNvPr id="4" name="Picture 3" descr="xl_heatmaps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99" y="2414016"/>
            <a:ext cx="10868297" cy="38039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63093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  <a:latin typeface="Calibri"/>
              </a:rPr>
              <a:t>green = closer to optimal · h256 better across the grid (esp. N=50) · M=75 is the hard column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When to use the NN vs. the exact solver</a:t>
            </a:r>
          </a:p>
        </p:txBody>
      </p:sp>
      <p:pic>
        <p:nvPicPr>
          <p:cNvPr id="3" name="Picture 2" descr="decision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380204"/>
            <a:ext cx="11094415" cy="51034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Demo: same instance, solver vs NN</a:t>
            </a:r>
          </a:p>
        </p:txBody>
      </p:sp>
      <p:pic>
        <p:nvPicPr>
          <p:cNvPr id="3" name="Picture 2" descr="demo_run_compar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5312" y="1325880"/>
            <a:ext cx="8561069" cy="48920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09360"/>
            <a:ext cx="1109441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444444"/>
                </a:solidFill>
                <a:latin typeface="Calibri"/>
              </a:rPr>
              <a:t>different allocation, identical cost (62) — the NN found its own equally-optimal plan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Problem: optimal allocation (mTSP in MAPF) — combinatorial step scales badly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Idea: a small universal transformer imitates it from distances — near-optimal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Generalizes: any N,M; across scale and (with the right data) geometry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Payoff: 5.9–9.4× at scale, within ~20% of optimal — use where speed/scale matter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Thank you — 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Acknowledgment: the RobustMCPF solver (LKH + CBS) is the work of Yehonatan Kidushim (github.com/yehonatan280198)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repo: Neural_MCPF_Allocation · RobustMCPF (LKH + CBS)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(Extra) Loss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L = L_CE + λ·L_MinSum   (λ = 0.1)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CE — per-goal cross-entropy vs the solver (imitation)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MinSum = Σ P·D — mild geometric regularizer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(Extra) Overfitting &amp; small-vs-big</a:t>
            </a:r>
          </a:p>
        </p:txBody>
      </p:sp>
      <p:pic>
        <p:nvPicPr>
          <p:cNvPr id="3" name="Picture 2" descr="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772786"/>
            <a:ext cx="11094415" cy="431826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97D"/>
                </a:solidFill>
                <a:latin typeface="Calibri"/>
              </a:rPr>
              <a:t>(Extra)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10911535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Offline — allocation agreement (per-goal / full-assignment accuracy)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Execution cost — true CBS path-length ratio (NN / solver)</a:t>
            </a:r>
          </a:p>
          <a:p>
            <a:pPr>
              <a:spcAft>
                <a:spcPts val="400"/>
              </a:spcAft>
            </a:pPr>
            <a:r>
              <a:rPr sz="2000">
                <a:solidFill>
                  <a:srgbClr val="222222"/>
                </a:solidFill>
                <a:latin typeface="Calibri"/>
              </a:rPr>
              <a:t>•  Exact match — identical integer cost (≫ exact-allocation match → ties)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